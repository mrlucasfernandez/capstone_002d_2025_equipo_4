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Average" panose="020B0604020202020204" charset="0"/>
      <p:regular r:id="rId19"/>
    </p:embeddedFont>
    <p:embeddedFont>
      <p:font typeface="Comfortaa" panose="020B0604020202020204" charset="0"/>
      <p:regular r:id="rId20"/>
      <p:bold r:id="rId21"/>
    </p:embeddedFont>
    <p:embeddedFont>
      <p:font typeface="Comfortaa Medium" panose="020B0604020202020204" charset="0"/>
      <p:regular r:id="rId22"/>
      <p:bold r:id="rId23"/>
    </p:embeddedFont>
    <p:embeddedFont>
      <p:font typeface="Oswald" panose="00000500000000000000" pitchFamily="2" charset="0"/>
      <p:regular r:id="rId24"/>
      <p:bold r:id="rId25"/>
    </p:embeddedFont>
    <p:embeddedFont>
      <p:font typeface="Oswald Medium" panose="00000600000000000000" pitchFamily="2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IGNACIO FERNANDEZ MUNOZ" userId="258bc6b0-89f8-4608-a513-b89321201633" providerId="ADAL" clId="{9D87D439-55B2-40EB-967F-A77E11C09445}"/>
    <pc:docChg chg="custSel modSld">
      <pc:chgData name="LUCAS IGNACIO FERNANDEZ MUNOZ" userId="258bc6b0-89f8-4608-a513-b89321201633" providerId="ADAL" clId="{9D87D439-55B2-40EB-967F-A77E11C09445}" dt="2025-12-12T19:55:23.482" v="4" actId="478"/>
      <pc:docMkLst>
        <pc:docMk/>
      </pc:docMkLst>
      <pc:sldChg chg="modSp mod">
        <pc:chgData name="LUCAS IGNACIO FERNANDEZ MUNOZ" userId="258bc6b0-89f8-4608-a513-b89321201633" providerId="ADAL" clId="{9D87D439-55B2-40EB-967F-A77E11C09445}" dt="2025-12-12T19:54:30.419" v="3" actId="20577"/>
        <pc:sldMkLst>
          <pc:docMk/>
          <pc:sldMk cId="0" sldId="260"/>
        </pc:sldMkLst>
        <pc:spChg chg="mod">
          <ac:chgData name="LUCAS IGNACIO FERNANDEZ MUNOZ" userId="258bc6b0-89f8-4608-a513-b89321201633" providerId="ADAL" clId="{9D87D439-55B2-40EB-967F-A77E11C09445}" dt="2025-12-12T19:54:30.419" v="3" actId="20577"/>
          <ac:spMkLst>
            <pc:docMk/>
            <pc:sldMk cId="0" sldId="260"/>
            <ac:spMk id="96" creationId="{00000000-0000-0000-0000-000000000000}"/>
          </ac:spMkLst>
        </pc:spChg>
      </pc:sldChg>
      <pc:sldChg chg="delSp mod delAnim">
        <pc:chgData name="LUCAS IGNACIO FERNANDEZ MUNOZ" userId="258bc6b0-89f8-4608-a513-b89321201633" providerId="ADAL" clId="{9D87D439-55B2-40EB-967F-A77E11C09445}" dt="2025-12-12T19:55:23.482" v="4" actId="478"/>
        <pc:sldMkLst>
          <pc:docMk/>
          <pc:sldMk cId="0" sldId="269"/>
        </pc:sldMkLst>
        <pc:picChg chg="del">
          <ac:chgData name="LUCAS IGNACIO FERNANDEZ MUNOZ" userId="258bc6b0-89f8-4608-a513-b89321201633" providerId="ADAL" clId="{9D87D439-55B2-40EB-967F-A77E11C09445}" dt="2025-12-12T19:55:23.482" v="4" actId="478"/>
          <ac:picMkLst>
            <pc:docMk/>
            <pc:sldMk cId="0" sldId="269"/>
            <ac:picMk id="2" creationId="{0A6D1F72-9BC6-9DE4-C4BD-F963F0E0D4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5ba07cb981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5ba07cb981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55732a4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55732a4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55732a4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55732a4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5732a4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5732a49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5732a49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5732a49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5732a496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55732a496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55732a496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55732a496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55732a496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55732a496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55732a496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55732a496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55732a496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55732a496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5732a496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5732a496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55732a496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55732a496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e9268ff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5e9268ff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5732a49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55732a49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5ba07cb981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5ba07cb981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0" y="286250"/>
            <a:ext cx="9144000" cy="5784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490250" y="920975"/>
            <a:ext cx="6227100" cy="22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Capstone: FASE FINAL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( PROYECTO: </a:t>
            </a:r>
            <a:r>
              <a:rPr lang="es" sz="1900"/>
              <a:t>CleanFlow - PWA de gestión de productos de aseo</a:t>
            </a:r>
            <a:r>
              <a:rPr lang="es" sz="2400"/>
              <a:t>) 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4294967295"/>
          </p:nvPr>
        </p:nvSpPr>
        <p:spPr>
          <a:xfrm>
            <a:off x="542600" y="3310400"/>
            <a:ext cx="2412600" cy="15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2" b="1">
                <a:solidFill>
                  <a:schemeClr val="lt1"/>
                </a:solidFill>
              </a:rPr>
              <a:t>Integrantes:</a:t>
            </a:r>
            <a:endParaRPr sz="1602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Jorge Aguilera.</a:t>
            </a:r>
            <a:endParaRPr sz="140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Lucas Fernández.</a:t>
            </a:r>
            <a:endParaRPr sz="140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>
                <a:solidFill>
                  <a:schemeClr val="lt1"/>
                </a:solidFill>
              </a:rPr>
              <a:t>Jeremy Garrido.</a:t>
            </a:r>
            <a:endParaRPr sz="1402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2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2" b="1">
                <a:solidFill>
                  <a:schemeClr val="lt1"/>
                </a:solidFill>
              </a:rPr>
              <a:t>Profesor Guía: </a:t>
            </a:r>
            <a:br>
              <a:rPr lang="es" sz="1402" b="1">
                <a:solidFill>
                  <a:schemeClr val="lt1"/>
                </a:solidFill>
              </a:rPr>
            </a:br>
            <a:r>
              <a:rPr lang="es" sz="1402">
                <a:solidFill>
                  <a:schemeClr val="lt1"/>
                </a:solidFill>
              </a:rPr>
              <a:t>Lionel Esteban Pizarro</a:t>
            </a:r>
            <a:endParaRPr sz="1402">
              <a:solidFill>
                <a:schemeClr val="lt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t="37480" b="37806"/>
          <a:stretch/>
        </p:blipFill>
        <p:spPr>
          <a:xfrm>
            <a:off x="6835700" y="286250"/>
            <a:ext cx="2194599" cy="54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cleaning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150" y="2714050"/>
            <a:ext cx="2121850" cy="21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l="3488" r="3488" b="32060"/>
          <a:stretch/>
        </p:blipFill>
        <p:spPr>
          <a:xfrm>
            <a:off x="6254575" y="1385800"/>
            <a:ext cx="1771800" cy="17604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t="9719" b="16194"/>
          <a:stretch/>
        </p:blipFill>
        <p:spPr>
          <a:xfrm>
            <a:off x="1117625" y="1389106"/>
            <a:ext cx="1771800" cy="17538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5">
            <a:alphaModFix/>
          </a:blip>
          <a:srcRect t="6896" b="14733"/>
          <a:stretch/>
        </p:blipFill>
        <p:spPr>
          <a:xfrm>
            <a:off x="3686100" y="1385800"/>
            <a:ext cx="1771800" cy="1760400"/>
          </a:xfrm>
          <a:prstGeom prst="ellipse">
            <a:avLst/>
          </a:prstGeom>
          <a:noFill/>
          <a:ln w="30050" cap="rnd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1051775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Jeremy Garrido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620250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Jorge Aguilera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188725" y="3146200"/>
            <a:ext cx="19035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rPr>
              <a:t>Lucas Fernández</a:t>
            </a:r>
            <a:endParaRPr sz="2000" i="1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CONTENIDOS A DESARROLLAR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582150" y="1299750"/>
            <a:ext cx="7979700" cy="3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Introducción.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Problemática o situación abordada.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Objetivos del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Metodología Implementada.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Tiempo Asociado al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Costo total del Proyecto.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Solución Desarrollada.</a:t>
            </a:r>
            <a:endParaRPr sz="1700" i="1">
              <a:solidFill>
                <a:schemeClr val="dk1"/>
              </a:solidFill>
            </a:endParaRPr>
          </a:p>
          <a:p>
            <a:pPr marL="457200" lvl="0" indent="-3365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➔"/>
            </a:pPr>
            <a:r>
              <a:rPr lang="es" sz="1700" i="1">
                <a:solidFill>
                  <a:schemeClr val="dk1"/>
                </a:solidFill>
              </a:rPr>
              <a:t>Conclusión y Reflexión.</a:t>
            </a:r>
            <a:endParaRPr sz="1700" i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950" y="1479272"/>
            <a:ext cx="1913400" cy="1856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90" name="Google Shape;90;p16" title="clean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725" y="1505425"/>
            <a:ext cx="1804399" cy="180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whatsapp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1766" y="2808141"/>
            <a:ext cx="1546525" cy="15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633513" y="1181850"/>
            <a:ext cx="3564000" cy="37719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 i="1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Objetivo General:</a:t>
            </a:r>
            <a:endParaRPr b="1" i="1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“Desarrollar e implementar un sistema de gestión llamado CleanFlow, que optimice los procesos relacionados con productos, clientes, inventarios y ventas en la empresa Donde Don Gino, con el fin de mejorar la eficiencia operativa, reducir errores y proporcionar información confiable para la toma de decisiones estratégicas dentro de la empresa.”</a:t>
            </a:r>
            <a:endParaRPr sz="900" b="1" i="1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DEL PROYECTO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946488" y="1181850"/>
            <a:ext cx="3564000" cy="37719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Objetivos Específicos:</a:t>
            </a:r>
            <a:endParaRPr sz="11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Garantizar la integridad y consistencia de la información de productos, categorías, clientes, boletas y pagos, evitando duplicidad de datos y reduciendo errores en los registros.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Facilitar la administración y trazabilidad de las operaciones de ventas, inventario y gestión de clientes mediante módulos funcionales integrados que optimizarán el flujo de trabajo.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Aumentar la seguridad y confiabilidad de la información a través de un sistema de control de accesos y roles que permitió diferenciar permisos según las funciones de cada usuario.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2857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s" sz="900" b="1" i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Mejorar la toma de decisiones estratégicas mediante la incorporación de reportes automatizados y dashboards que entregaron información en tiempo real sobre ventas, stock y desempeño de productos.</a:t>
            </a: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01" name="Google Shape;101;p17"/>
          <p:cNvGrpSpPr/>
          <p:nvPr/>
        </p:nvGrpSpPr>
        <p:grpSpPr>
          <a:xfrm>
            <a:off x="1523408" y="3019720"/>
            <a:ext cx="1737489" cy="1737489"/>
            <a:chOff x="3341100" y="2625000"/>
            <a:chExt cx="2242500" cy="2242500"/>
          </a:xfrm>
        </p:grpSpPr>
        <p:sp>
          <p:nvSpPr>
            <p:cNvPr id="102" name="Google Shape;102;p17"/>
            <p:cNvSpPr/>
            <p:nvPr/>
          </p:nvSpPr>
          <p:spPr>
            <a:xfrm>
              <a:off x="4142225" y="3429000"/>
              <a:ext cx="640500" cy="634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0825" tIns="70825" rIns="70825" bIns="708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84">
                <a:latin typeface="Average"/>
                <a:ea typeface="Average"/>
                <a:cs typeface="Average"/>
                <a:sym typeface="Average"/>
              </a:endParaRPr>
            </a:p>
          </p:txBody>
        </p:sp>
        <p:pic>
          <p:nvPicPr>
            <p:cNvPr id="103" name="Google Shape;103;p17" title="automatizado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41100" y="2625000"/>
              <a:ext cx="2242500" cy="2242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IMPLEMENTADA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900" y="1106725"/>
            <a:ext cx="5416211" cy="37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TIEMPO ASOCIADO AL PROYECTO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1025"/>
            <a:ext cx="4517849" cy="36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575" y="1201025"/>
            <a:ext cx="4321349" cy="36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COSTOS DEL PROYECTO</a:t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00" y="2809125"/>
            <a:ext cx="5010651" cy="16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00" y="1340650"/>
            <a:ext cx="5010651" cy="1204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5178" y="2809125"/>
            <a:ext cx="3797711" cy="16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5175" y="1195269"/>
            <a:ext cx="3757350" cy="148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COSTO TOTAL DEL PROYECTO </a:t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900" y="1774037"/>
            <a:ext cx="5221499" cy="15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75" y="1674350"/>
            <a:ext cx="3523100" cy="179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</a:t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1462975" y="1085675"/>
            <a:ext cx="6038700" cy="3976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675" y="1176600"/>
            <a:ext cx="5730648" cy="37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 BASE DE DATOS</a:t>
            </a:r>
            <a:endParaRPr/>
          </a:p>
        </p:txBody>
      </p:sp>
      <p:pic>
        <p:nvPicPr>
          <p:cNvPr id="151" name="Google Shape;151;p23" title="Clean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5850" y="1161600"/>
            <a:ext cx="6012300" cy="387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DEL SISTEMA</a:t>
            </a:r>
            <a:endParaRPr/>
          </a:p>
        </p:txBody>
      </p:sp>
      <p:pic>
        <p:nvPicPr>
          <p:cNvPr id="158" name="Google Shape;158;p24" title="Arquitectura Clean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650" y="1136125"/>
            <a:ext cx="3506699" cy="393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 DESARROLLADA</a:t>
            </a:r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650" y="1556150"/>
            <a:ext cx="2720700" cy="3005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VIDEO DE LA EJECUCIÓN DE LA SOLUCIÓN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0" y="414125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CONCLUIR…</a:t>
            </a:r>
            <a:endParaRPr/>
          </a:p>
        </p:txBody>
      </p:sp>
      <p:pic>
        <p:nvPicPr>
          <p:cNvPr id="179" name="Google Shape;179;p27" title="cooper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1000" y="3306200"/>
            <a:ext cx="1781975" cy="17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/>
          <p:nvPr/>
        </p:nvSpPr>
        <p:spPr>
          <a:xfrm>
            <a:off x="578388" y="1296625"/>
            <a:ext cx="7987200" cy="19257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El desarrollo del sistema de gestión para la empresa Donde Don Gino permitió integrar de forma práctica los conocimientos obtenidos durante la carrera de Ingeniería Informática y aplicarlos a una necesidad real del negocio. A lo largo de las distintas etapas de inicio, planificación, ejecución, control y cierre, se logró avanzar desde el levantamiento de requerimientos hasta el despliegue final de una solución funcional, clara y accesible para el cliente.</a:t>
            </a:r>
            <a:endParaRPr sz="1300">
              <a:solidFill>
                <a:schemeClr val="dk1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900" b="1" i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/>
          <p:nvPr/>
        </p:nvSpPr>
        <p:spPr>
          <a:xfrm>
            <a:off x="0" y="2254500"/>
            <a:ext cx="9144000" cy="634500"/>
          </a:xfrm>
          <a:prstGeom prst="rect">
            <a:avLst/>
          </a:prstGeom>
          <a:solidFill>
            <a:srgbClr val="20124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311700" y="1911600"/>
            <a:ext cx="8520600" cy="13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/>
              <a:t>¡MUCHAS GRACIAS!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4F3B82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377</Words>
  <Application>Microsoft Office PowerPoint</Application>
  <PresentationFormat>Presentación en pantalla (16:9)</PresentationFormat>
  <Paragraphs>42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Average</vt:lpstr>
      <vt:lpstr>Comfortaa Medium</vt:lpstr>
      <vt:lpstr>Arial</vt:lpstr>
      <vt:lpstr>Oswald Medium</vt:lpstr>
      <vt:lpstr>Oswald</vt:lpstr>
      <vt:lpstr>Comfortaa</vt:lpstr>
      <vt:lpstr>Slate</vt:lpstr>
      <vt:lpstr>Presentación Capstone: FASE FINAL ( PROYECTO: CleanFlow - PWA de gestión de productos de aseo) </vt:lpstr>
      <vt:lpstr>INTEGRANTES</vt:lpstr>
      <vt:lpstr>CONTENIDOS A DESARROLLAR</vt:lpstr>
      <vt:lpstr>PROBLEMÁTICA</vt:lpstr>
      <vt:lpstr>Presentación de PowerPoint</vt:lpstr>
      <vt:lpstr>METODOLOGÍA IMPLEMENTADA</vt:lpstr>
      <vt:lpstr>TIEMPO ASOCIADO AL PROYECTO</vt:lpstr>
      <vt:lpstr>COSTOS DEL PROYECTO</vt:lpstr>
      <vt:lpstr>COSTO TOTAL DEL PROYECTO </vt:lpstr>
      <vt:lpstr>CASOS DE USO</vt:lpstr>
      <vt:lpstr>DISEÑO DE BASE DE DATOS</vt:lpstr>
      <vt:lpstr>ARQUITECTURA DEL SISTEMA</vt:lpstr>
      <vt:lpstr>SOLUCIÓN DESARROLLADA</vt:lpstr>
      <vt:lpstr>VIDEO DE LA EJECUCIÓN DE LA SOLUCIÓN</vt:lpstr>
      <vt:lpstr>PARA CONCLUIR…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</dc:creator>
  <cp:lastModifiedBy>LUCAS IGNACIO FERNANDEZ MUNOZ</cp:lastModifiedBy>
  <cp:revision>1</cp:revision>
  <dcterms:modified xsi:type="dcterms:W3CDTF">2025-12-12T19:55:26Z</dcterms:modified>
</cp:coreProperties>
</file>